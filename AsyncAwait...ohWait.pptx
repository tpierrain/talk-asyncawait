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9"/>
  </p:notesMasterIdLst>
  <p:handoutMasterIdLst>
    <p:handoutMasterId r:id="rId60"/>
  </p:handoutMasterIdLst>
  <p:sldIdLst>
    <p:sldId id="265" r:id="rId5"/>
    <p:sldId id="310" r:id="rId6"/>
    <p:sldId id="348" r:id="rId7"/>
    <p:sldId id="322" r:id="rId8"/>
    <p:sldId id="347" r:id="rId9"/>
    <p:sldId id="359" r:id="rId10"/>
    <p:sldId id="352" r:id="rId11"/>
    <p:sldId id="333" r:id="rId12"/>
    <p:sldId id="334" r:id="rId13"/>
    <p:sldId id="353" r:id="rId14"/>
    <p:sldId id="365" r:id="rId15"/>
    <p:sldId id="349" r:id="rId16"/>
    <p:sldId id="335" r:id="rId17"/>
    <p:sldId id="362" r:id="rId18"/>
    <p:sldId id="354" r:id="rId19"/>
    <p:sldId id="355" r:id="rId20"/>
    <p:sldId id="336" r:id="rId21"/>
    <p:sldId id="337" r:id="rId22"/>
    <p:sldId id="351" r:id="rId23"/>
    <p:sldId id="350" r:id="rId24"/>
    <p:sldId id="338" r:id="rId25"/>
    <p:sldId id="339" r:id="rId26"/>
    <p:sldId id="340" r:id="rId27"/>
    <p:sldId id="341" r:id="rId28"/>
    <p:sldId id="346" r:id="rId29"/>
    <p:sldId id="343" r:id="rId30"/>
    <p:sldId id="356" r:id="rId31"/>
    <p:sldId id="357" r:id="rId32"/>
    <p:sldId id="329" r:id="rId33"/>
    <p:sldId id="358" r:id="rId34"/>
    <p:sldId id="330" r:id="rId35"/>
    <p:sldId id="323" r:id="rId36"/>
    <p:sldId id="321" r:id="rId37"/>
    <p:sldId id="360" r:id="rId38"/>
    <p:sldId id="364" r:id="rId39"/>
    <p:sldId id="361" r:id="rId40"/>
    <p:sldId id="366" r:id="rId41"/>
    <p:sldId id="324" r:id="rId42"/>
    <p:sldId id="363" r:id="rId43"/>
    <p:sldId id="327" r:id="rId44"/>
    <p:sldId id="325" r:id="rId45"/>
    <p:sldId id="326" r:id="rId46"/>
    <p:sldId id="331" r:id="rId47"/>
    <p:sldId id="328" r:id="rId48"/>
    <p:sldId id="332" r:id="rId49"/>
    <p:sldId id="311" r:id="rId50"/>
    <p:sldId id="313" r:id="rId51"/>
    <p:sldId id="312" r:id="rId52"/>
    <p:sldId id="314" r:id="rId53"/>
    <p:sldId id="315" r:id="rId54"/>
    <p:sldId id="316" r:id="rId55"/>
    <p:sldId id="317" r:id="rId56"/>
    <p:sldId id="318" r:id="rId57"/>
    <p:sldId id="319" r:id="rId58"/>
  </p:sldIdLst>
  <p:sldSz cx="12192000" cy="6858000"/>
  <p:notesSz cx="6858000" cy="9144000"/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1768" autoAdjust="0"/>
  </p:normalViewPr>
  <p:slideViewPr>
    <p:cSldViewPr showGuides="1">
      <p:cViewPr varScale="1">
        <p:scale>
          <a:sx n="73" d="100"/>
          <a:sy n="73" d="100"/>
        </p:scale>
        <p:origin x="72" y="28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3E-4636-9268-2214CA86F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3E-4636-9268-2214CA86F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1473768"/>
        <c:axId val="3986916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3E-4636-9268-2214CA86F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473768"/>
        <c:axId val="398691624"/>
      </c:lineChart>
      <c:catAx>
        <c:axId val="401473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98691624"/>
        <c:crosses val="autoZero"/>
        <c:auto val="1"/>
        <c:lblAlgn val="ctr"/>
        <c:lblOffset val="100"/>
        <c:noMultiLvlLbl val="0"/>
      </c:catAx>
      <c:valAx>
        <c:axId val="398691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01473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9DE493-19D7-4EC9-97C9-5F26233F1106}" type="doc">
      <dgm:prSet loTypeId="urn:microsoft.com/office/officeart/2005/8/layout/hProcess4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986F71-3126-4196-BD30-74AEDC39A1CA}">
      <dgm:prSet phldrT="[Text]"/>
      <dgm:spPr/>
      <dgm:t>
        <a:bodyPr/>
        <a:lstStyle/>
        <a:p>
          <a:r>
            <a:rPr lang="en-US" dirty="0"/>
            <a:t>Step 1 Title</a:t>
          </a:r>
        </a:p>
      </dgm:t>
    </dgm:pt>
    <dgm:pt modelId="{9B3CE34A-9B3E-4D5F-94E0-DFBB94FF5A03}" type="parTrans" cxnId="{1423FC72-83C7-4510-8021-28EAEA493E68}">
      <dgm:prSet/>
      <dgm:spPr/>
      <dgm:t>
        <a:bodyPr/>
        <a:lstStyle/>
        <a:p>
          <a:endParaRPr lang="en-US"/>
        </a:p>
      </dgm:t>
    </dgm:pt>
    <dgm:pt modelId="{D0B150DF-3AA4-454C-8652-25880449C422}" type="sibTrans" cxnId="{1423FC72-83C7-4510-8021-28EAEA493E68}">
      <dgm:prSet/>
      <dgm:spPr/>
      <dgm:t>
        <a:bodyPr/>
        <a:lstStyle/>
        <a:p>
          <a:endParaRPr lang="en-US"/>
        </a:p>
      </dgm:t>
    </dgm:pt>
    <dgm:pt modelId="{AB2E8498-CC81-452F-A895-08F3845AA347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C65E2C8-0CBB-4D8C-AD60-6B0105C62B84}" type="parTrans" cxnId="{2D5B3E3B-3EE5-4072-933E-27DF5400591C}">
      <dgm:prSet/>
      <dgm:spPr/>
      <dgm:t>
        <a:bodyPr/>
        <a:lstStyle/>
        <a:p>
          <a:endParaRPr lang="en-US"/>
        </a:p>
      </dgm:t>
    </dgm:pt>
    <dgm:pt modelId="{9A1F3304-AA9E-4FBC-89BA-9095C80E47C9}" type="sibTrans" cxnId="{2D5B3E3B-3EE5-4072-933E-27DF5400591C}">
      <dgm:prSet/>
      <dgm:spPr/>
      <dgm:t>
        <a:bodyPr/>
        <a:lstStyle/>
        <a:p>
          <a:endParaRPr lang="en-US"/>
        </a:p>
      </dgm:t>
    </dgm:pt>
    <dgm:pt modelId="{BF381BD4-48DC-48BF-8C18-C307CDD4D490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5D881325-883F-44A1-A5FB-E01856D07A5B}" type="parTrans" cxnId="{5F9EDECD-FB20-4615-B5EC-47255B2B532F}">
      <dgm:prSet/>
      <dgm:spPr/>
      <dgm:t>
        <a:bodyPr/>
        <a:lstStyle/>
        <a:p>
          <a:endParaRPr lang="en-US"/>
        </a:p>
      </dgm:t>
    </dgm:pt>
    <dgm:pt modelId="{2C645F98-BC4B-4797-BC42-0872EA7B0575}" type="sibTrans" cxnId="{5F9EDECD-FB20-4615-B5EC-47255B2B532F}">
      <dgm:prSet/>
      <dgm:spPr/>
      <dgm:t>
        <a:bodyPr/>
        <a:lstStyle/>
        <a:p>
          <a:endParaRPr lang="en-US"/>
        </a:p>
      </dgm:t>
    </dgm:pt>
    <dgm:pt modelId="{F6D27D1B-CDCB-481F-B8FA-AB31B2A119DE}">
      <dgm:prSet phldrT="[Text]"/>
      <dgm:spPr/>
      <dgm:t>
        <a:bodyPr/>
        <a:lstStyle/>
        <a:p>
          <a:r>
            <a:rPr lang="en-US" dirty="0"/>
            <a:t>Step 2 Title</a:t>
          </a:r>
        </a:p>
      </dgm:t>
    </dgm:pt>
    <dgm:pt modelId="{8A7BF306-8E53-4B16-9E7E-A79AE3DF6BE2}" type="parTrans" cxnId="{A63D53AC-541A-4D09-9620-8B1C8D7B91DE}">
      <dgm:prSet/>
      <dgm:spPr/>
      <dgm:t>
        <a:bodyPr/>
        <a:lstStyle/>
        <a:p>
          <a:endParaRPr lang="en-US"/>
        </a:p>
      </dgm:t>
    </dgm:pt>
    <dgm:pt modelId="{7AEB6639-3258-49E8-8B1F-B4A9C61922BE}" type="sibTrans" cxnId="{A63D53AC-541A-4D09-9620-8B1C8D7B91DE}">
      <dgm:prSet/>
      <dgm:spPr/>
      <dgm:t>
        <a:bodyPr/>
        <a:lstStyle/>
        <a:p>
          <a:endParaRPr lang="en-US"/>
        </a:p>
      </dgm:t>
    </dgm:pt>
    <dgm:pt modelId="{0B00F5A8-A0EF-4111-9D86-004317B4F49E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EC916B99-8D26-4265-B7BE-BB461C68DA5C}" type="parTrans" cxnId="{86F910E7-C9D0-48E5-A3A3-C70127E96FC1}">
      <dgm:prSet/>
      <dgm:spPr/>
      <dgm:t>
        <a:bodyPr/>
        <a:lstStyle/>
        <a:p>
          <a:endParaRPr lang="en-US"/>
        </a:p>
      </dgm:t>
    </dgm:pt>
    <dgm:pt modelId="{CE48C676-980A-4BAC-A3C8-9ABC315DAE51}" type="sibTrans" cxnId="{86F910E7-C9D0-48E5-A3A3-C70127E96FC1}">
      <dgm:prSet/>
      <dgm:spPr/>
      <dgm:t>
        <a:bodyPr/>
        <a:lstStyle/>
        <a:p>
          <a:endParaRPr lang="en-US"/>
        </a:p>
      </dgm:t>
    </dgm:pt>
    <dgm:pt modelId="{58828492-5CEF-4AFE-95CB-5D7E6A18158B}">
      <dgm:prSet phldrT="[Text]"/>
      <dgm:spPr/>
      <dgm:t>
        <a:bodyPr/>
        <a:lstStyle/>
        <a:p>
          <a:r>
            <a:rPr lang="en-US" dirty="0"/>
            <a:t>Step 3 Title</a:t>
          </a:r>
        </a:p>
      </dgm:t>
    </dgm:pt>
    <dgm:pt modelId="{F664BA43-1B81-496F-A04E-CE4B4A525697}" type="parTrans" cxnId="{ECE9152A-59A8-4A3A-9D34-DB38A074F636}">
      <dgm:prSet/>
      <dgm:spPr/>
      <dgm:t>
        <a:bodyPr/>
        <a:lstStyle/>
        <a:p>
          <a:endParaRPr lang="en-US"/>
        </a:p>
      </dgm:t>
    </dgm:pt>
    <dgm:pt modelId="{2D386477-EC66-449A-8D41-5F8A212C3D8E}" type="sibTrans" cxnId="{ECE9152A-59A8-4A3A-9D34-DB38A074F636}">
      <dgm:prSet/>
      <dgm:spPr/>
      <dgm:t>
        <a:bodyPr/>
        <a:lstStyle/>
        <a:p>
          <a:endParaRPr lang="en-US"/>
        </a:p>
      </dgm:t>
    </dgm:pt>
    <dgm:pt modelId="{68838C34-4D02-49F8-ADD7-BFA90D87B7EA}">
      <dgm:prSet phldrT="[Text]"/>
      <dgm:spPr/>
      <dgm:t>
        <a:bodyPr/>
        <a:lstStyle/>
        <a:p>
          <a:r>
            <a:rPr lang="en-US"/>
            <a:t>Task description</a:t>
          </a:r>
          <a:endParaRPr lang="en-US" dirty="0"/>
        </a:p>
      </dgm:t>
    </dgm:pt>
    <dgm:pt modelId="{F2AD00AD-6A23-4C89-A107-68EF5D1F0B94}" type="parTrans" cxnId="{4143D757-8617-4C89-8322-E3B29A1874AF}">
      <dgm:prSet/>
      <dgm:spPr/>
      <dgm:t>
        <a:bodyPr/>
        <a:lstStyle/>
        <a:p>
          <a:endParaRPr lang="en-US"/>
        </a:p>
      </dgm:t>
    </dgm:pt>
    <dgm:pt modelId="{FFC4FCE7-6F2F-4F91-A74A-7C4C32A81657}" type="sibTrans" cxnId="{4143D757-8617-4C89-8322-E3B29A1874AF}">
      <dgm:prSet/>
      <dgm:spPr/>
      <dgm:t>
        <a:bodyPr/>
        <a:lstStyle/>
        <a:p>
          <a:endParaRPr lang="en-US"/>
        </a:p>
      </dgm:t>
    </dgm:pt>
    <dgm:pt modelId="{65B6D8B9-E558-4264-B37F-7B4B2A8896DF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04F5A724-3AA7-4E78-B992-BCB3E916993F}" type="parTrans" cxnId="{CA96E113-7151-48C8-B4D5-7AA211772CC8}">
      <dgm:prSet/>
      <dgm:spPr/>
      <dgm:t>
        <a:bodyPr/>
        <a:lstStyle/>
        <a:p>
          <a:endParaRPr lang="en-US"/>
        </a:p>
      </dgm:t>
    </dgm:pt>
    <dgm:pt modelId="{370A79FF-9957-49E1-811F-78AB198DD9E0}" type="sibTrans" cxnId="{CA96E113-7151-48C8-B4D5-7AA211772CC8}">
      <dgm:prSet/>
      <dgm:spPr/>
      <dgm:t>
        <a:bodyPr/>
        <a:lstStyle/>
        <a:p>
          <a:endParaRPr lang="en-US"/>
        </a:p>
      </dgm:t>
    </dgm:pt>
    <dgm:pt modelId="{6E7DBE00-7E5B-46F8-BBA0-CF0079A58E8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6FAC7821-43C2-4A12-9638-E9B1BDE7C8D8}" type="parTrans" cxnId="{3D080EE7-BDF0-495B-A4FB-103A296CD73B}">
      <dgm:prSet/>
      <dgm:spPr/>
      <dgm:t>
        <a:bodyPr/>
        <a:lstStyle/>
        <a:p>
          <a:endParaRPr lang="en-US"/>
        </a:p>
      </dgm:t>
    </dgm:pt>
    <dgm:pt modelId="{65147ED7-18A4-49A5-9AEE-066FB0363316}" type="sibTrans" cxnId="{3D080EE7-BDF0-495B-A4FB-103A296CD73B}">
      <dgm:prSet/>
      <dgm:spPr/>
      <dgm:t>
        <a:bodyPr/>
        <a:lstStyle/>
        <a:p>
          <a:endParaRPr lang="en-US"/>
        </a:p>
      </dgm:t>
    </dgm:pt>
    <dgm:pt modelId="{3960CFF8-4383-4382-8D6D-F2A00F508E8D}" type="pres">
      <dgm:prSet presAssocID="{0E9DE493-19D7-4EC9-97C9-5F26233F1106}" presName="Name0" presStyleCnt="0">
        <dgm:presLayoutVars>
          <dgm:dir/>
          <dgm:animLvl val="lvl"/>
          <dgm:resizeHandles val="exact"/>
        </dgm:presLayoutVars>
      </dgm:prSet>
      <dgm:spPr/>
    </dgm:pt>
    <dgm:pt modelId="{366CFF54-5C8F-47F9-BFD8-D9AF3EADDA3E}" type="pres">
      <dgm:prSet presAssocID="{0E9DE493-19D7-4EC9-97C9-5F26233F1106}" presName="tSp" presStyleCnt="0"/>
      <dgm:spPr/>
    </dgm:pt>
    <dgm:pt modelId="{13688FBD-4079-41FE-A6A2-B5B0F293E6BF}" type="pres">
      <dgm:prSet presAssocID="{0E9DE493-19D7-4EC9-97C9-5F26233F1106}" presName="bSp" presStyleCnt="0"/>
      <dgm:spPr/>
    </dgm:pt>
    <dgm:pt modelId="{224851B6-C14D-49DE-883B-A13003DA4601}" type="pres">
      <dgm:prSet presAssocID="{0E9DE493-19D7-4EC9-97C9-5F26233F1106}" presName="process" presStyleCnt="0"/>
      <dgm:spPr/>
    </dgm:pt>
    <dgm:pt modelId="{1439717B-283C-48FF-AF62-1990F52B6512}" type="pres">
      <dgm:prSet presAssocID="{FB986F71-3126-4196-BD30-74AEDC39A1CA}" presName="composite1" presStyleCnt="0"/>
      <dgm:spPr/>
    </dgm:pt>
    <dgm:pt modelId="{BCCE6711-D1D8-4B2C-917E-41AB5A6114A8}" type="pres">
      <dgm:prSet presAssocID="{FB986F71-3126-4196-BD30-74AEDC39A1CA}" presName="dummyNode1" presStyleLbl="node1" presStyleIdx="0" presStyleCnt="3"/>
      <dgm:spPr/>
    </dgm:pt>
    <dgm:pt modelId="{96015622-8A46-45CF-A72A-2856B699B374}" type="pres">
      <dgm:prSet presAssocID="{FB986F71-3126-4196-BD30-74AEDC39A1CA}" presName="childNode1" presStyleLbl="bgAcc1" presStyleIdx="0" presStyleCnt="3">
        <dgm:presLayoutVars>
          <dgm:bulletEnabled val="1"/>
        </dgm:presLayoutVars>
      </dgm:prSet>
      <dgm:spPr/>
    </dgm:pt>
    <dgm:pt modelId="{BFE859F2-A9E8-4F95-9161-8EC68F2D30C4}" type="pres">
      <dgm:prSet presAssocID="{FB986F71-3126-4196-BD30-74AEDC39A1CA}" presName="childNode1tx" presStyleLbl="bgAcc1" presStyleIdx="0" presStyleCnt="3">
        <dgm:presLayoutVars>
          <dgm:bulletEnabled val="1"/>
        </dgm:presLayoutVars>
      </dgm:prSet>
      <dgm:spPr/>
    </dgm:pt>
    <dgm:pt modelId="{E18C6CF4-EDEB-4539-A36D-E0355B626199}" type="pres">
      <dgm:prSet presAssocID="{FB986F71-3126-4196-BD30-74AEDC39A1CA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D9FCD5E9-9E94-4534-BAB4-3DB8EB44E7D0}" type="pres">
      <dgm:prSet presAssocID="{FB986F71-3126-4196-BD30-74AEDC39A1CA}" presName="connSite1" presStyleCnt="0"/>
      <dgm:spPr/>
    </dgm:pt>
    <dgm:pt modelId="{6A63D16E-EEE6-4267-97EA-5AD7D2BC4E84}" type="pres">
      <dgm:prSet presAssocID="{D0B150DF-3AA4-454C-8652-25880449C422}" presName="Name9" presStyleLbl="sibTrans2D1" presStyleIdx="0" presStyleCnt="2"/>
      <dgm:spPr/>
    </dgm:pt>
    <dgm:pt modelId="{59BAED1E-A4FE-4FA3-8716-57917AF47F38}" type="pres">
      <dgm:prSet presAssocID="{F6D27D1B-CDCB-481F-B8FA-AB31B2A119DE}" presName="composite2" presStyleCnt="0"/>
      <dgm:spPr/>
    </dgm:pt>
    <dgm:pt modelId="{5C833856-7FAF-4B27-932C-67C7D08339F2}" type="pres">
      <dgm:prSet presAssocID="{F6D27D1B-CDCB-481F-B8FA-AB31B2A119DE}" presName="dummyNode2" presStyleLbl="node1" presStyleIdx="0" presStyleCnt="3"/>
      <dgm:spPr/>
    </dgm:pt>
    <dgm:pt modelId="{E83793B4-2C5C-4D90-82FA-E5EE4745664D}" type="pres">
      <dgm:prSet presAssocID="{F6D27D1B-CDCB-481F-B8FA-AB31B2A119DE}" presName="childNode2" presStyleLbl="bgAcc1" presStyleIdx="1" presStyleCnt="3">
        <dgm:presLayoutVars>
          <dgm:bulletEnabled val="1"/>
        </dgm:presLayoutVars>
      </dgm:prSet>
      <dgm:spPr/>
    </dgm:pt>
    <dgm:pt modelId="{67FFE978-6FBE-4424-80BE-B9E4B4DD0695}" type="pres">
      <dgm:prSet presAssocID="{F6D27D1B-CDCB-481F-B8FA-AB31B2A119DE}" presName="childNode2tx" presStyleLbl="bgAcc1" presStyleIdx="1" presStyleCnt="3">
        <dgm:presLayoutVars>
          <dgm:bulletEnabled val="1"/>
        </dgm:presLayoutVars>
      </dgm:prSet>
      <dgm:spPr/>
    </dgm:pt>
    <dgm:pt modelId="{029D1FDE-4DD7-4FA5-8C70-0C747477B66C}" type="pres">
      <dgm:prSet presAssocID="{F6D27D1B-CDCB-481F-B8FA-AB31B2A119DE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C2556EF6-41FF-46C6-8829-911BFA533FFE}" type="pres">
      <dgm:prSet presAssocID="{F6D27D1B-CDCB-481F-B8FA-AB31B2A119DE}" presName="connSite2" presStyleCnt="0"/>
      <dgm:spPr/>
    </dgm:pt>
    <dgm:pt modelId="{DC2A0ADB-DCE3-4BF4-9952-0394865777AC}" type="pres">
      <dgm:prSet presAssocID="{7AEB6639-3258-49E8-8B1F-B4A9C61922BE}" presName="Name18" presStyleLbl="sibTrans2D1" presStyleIdx="1" presStyleCnt="2"/>
      <dgm:spPr/>
    </dgm:pt>
    <dgm:pt modelId="{A874A3A3-A340-4ABC-99B5-7529D4415335}" type="pres">
      <dgm:prSet presAssocID="{58828492-5CEF-4AFE-95CB-5D7E6A18158B}" presName="composite1" presStyleCnt="0"/>
      <dgm:spPr/>
    </dgm:pt>
    <dgm:pt modelId="{14032C0B-60AE-432B-A713-F993D1C4BA8F}" type="pres">
      <dgm:prSet presAssocID="{58828492-5CEF-4AFE-95CB-5D7E6A18158B}" presName="dummyNode1" presStyleLbl="node1" presStyleIdx="1" presStyleCnt="3"/>
      <dgm:spPr/>
    </dgm:pt>
    <dgm:pt modelId="{69C28D3B-E083-42DF-9EA0-916CA12125A9}" type="pres">
      <dgm:prSet presAssocID="{58828492-5CEF-4AFE-95CB-5D7E6A18158B}" presName="childNode1" presStyleLbl="bgAcc1" presStyleIdx="2" presStyleCnt="3">
        <dgm:presLayoutVars>
          <dgm:bulletEnabled val="1"/>
        </dgm:presLayoutVars>
      </dgm:prSet>
      <dgm:spPr/>
    </dgm:pt>
    <dgm:pt modelId="{843715D2-C2C2-41EB-BDA3-21230FBA46DB}" type="pres">
      <dgm:prSet presAssocID="{58828492-5CEF-4AFE-95CB-5D7E6A18158B}" presName="childNode1tx" presStyleLbl="bgAcc1" presStyleIdx="2" presStyleCnt="3">
        <dgm:presLayoutVars>
          <dgm:bulletEnabled val="1"/>
        </dgm:presLayoutVars>
      </dgm:prSet>
      <dgm:spPr/>
    </dgm:pt>
    <dgm:pt modelId="{047F5837-10E2-4FFC-A492-DB8A19EF48CA}" type="pres">
      <dgm:prSet presAssocID="{58828492-5CEF-4AFE-95CB-5D7E6A18158B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7D6A154D-27BB-4CCE-9250-BCDD2CD5C383}" type="pres">
      <dgm:prSet presAssocID="{58828492-5CEF-4AFE-95CB-5D7E6A18158B}" presName="connSite1" presStyleCnt="0"/>
      <dgm:spPr/>
    </dgm:pt>
  </dgm:ptLst>
  <dgm:cxnLst>
    <dgm:cxn modelId="{4E74EABF-20DE-46D5-9BE9-0F84CEAF66AB}" type="presOf" srcId="{D0B150DF-3AA4-454C-8652-25880449C422}" destId="{6A63D16E-EEE6-4267-97EA-5AD7D2BC4E84}" srcOrd="0" destOrd="0" presId="urn:microsoft.com/office/officeart/2005/8/layout/hProcess4"/>
    <dgm:cxn modelId="{1423FC72-83C7-4510-8021-28EAEA493E68}" srcId="{0E9DE493-19D7-4EC9-97C9-5F26233F1106}" destId="{FB986F71-3126-4196-BD30-74AEDC39A1CA}" srcOrd="0" destOrd="0" parTransId="{9B3CE34A-9B3E-4D5F-94E0-DFBB94FF5A03}" sibTransId="{D0B150DF-3AA4-454C-8652-25880449C422}"/>
    <dgm:cxn modelId="{550EC38B-566A-4081-A7BE-0E49BE02764D}" type="presOf" srcId="{AB2E8498-CC81-452F-A895-08F3845AA347}" destId="{BFE859F2-A9E8-4F95-9161-8EC68F2D30C4}" srcOrd="1" destOrd="0" presId="urn:microsoft.com/office/officeart/2005/8/layout/hProcess4"/>
    <dgm:cxn modelId="{A507C8D3-A0BB-44E4-82F7-15D18D34238D}" type="presOf" srcId="{68838C34-4D02-49F8-ADD7-BFA90D87B7EA}" destId="{843715D2-C2C2-41EB-BDA3-21230FBA46DB}" srcOrd="1" destOrd="0" presId="urn:microsoft.com/office/officeart/2005/8/layout/hProcess4"/>
    <dgm:cxn modelId="{241A4F42-3815-4A3A-A31B-C5E11FFB5E6D}" type="presOf" srcId="{FB986F71-3126-4196-BD30-74AEDC39A1CA}" destId="{E18C6CF4-EDEB-4539-A36D-E0355B626199}" srcOrd="0" destOrd="0" presId="urn:microsoft.com/office/officeart/2005/8/layout/hProcess4"/>
    <dgm:cxn modelId="{402F9D43-6A91-4B87-83A0-426BC9CD76A6}" type="presOf" srcId="{0B00F5A8-A0EF-4111-9D86-004317B4F49E}" destId="{67FFE978-6FBE-4424-80BE-B9E4B4DD0695}" srcOrd="1" destOrd="0" presId="urn:microsoft.com/office/officeart/2005/8/layout/hProcess4"/>
    <dgm:cxn modelId="{FA45DADE-266F-4B82-B02F-D2732D8D9F51}" type="presOf" srcId="{58828492-5CEF-4AFE-95CB-5D7E6A18158B}" destId="{047F5837-10E2-4FFC-A492-DB8A19EF48CA}" srcOrd="0" destOrd="0" presId="urn:microsoft.com/office/officeart/2005/8/layout/hProcess4"/>
    <dgm:cxn modelId="{4143D757-8617-4C89-8322-E3B29A1874AF}" srcId="{58828492-5CEF-4AFE-95CB-5D7E6A18158B}" destId="{68838C34-4D02-49F8-ADD7-BFA90D87B7EA}" srcOrd="0" destOrd="0" parTransId="{F2AD00AD-6A23-4C89-A107-68EF5D1F0B94}" sibTransId="{FFC4FCE7-6F2F-4F91-A74A-7C4C32A81657}"/>
    <dgm:cxn modelId="{90D5F6C6-4E25-4C59-9DF6-6E2B25A59F46}" type="presOf" srcId="{68838C34-4D02-49F8-ADD7-BFA90D87B7EA}" destId="{69C28D3B-E083-42DF-9EA0-916CA12125A9}" srcOrd="0" destOrd="0" presId="urn:microsoft.com/office/officeart/2005/8/layout/hProcess4"/>
    <dgm:cxn modelId="{A08CE81F-A93E-429F-943D-3B3662A0C042}" type="presOf" srcId="{F6D27D1B-CDCB-481F-B8FA-AB31B2A119DE}" destId="{029D1FDE-4DD7-4FA5-8C70-0C747477B66C}" srcOrd="0" destOrd="0" presId="urn:microsoft.com/office/officeart/2005/8/layout/hProcess4"/>
    <dgm:cxn modelId="{8B37FE40-D7C8-473A-9D2D-D33173B003E6}" type="presOf" srcId="{6E7DBE00-7E5B-46F8-BBA0-CF0079A58E82}" destId="{843715D2-C2C2-41EB-BDA3-21230FBA46DB}" srcOrd="1" destOrd="1" presId="urn:microsoft.com/office/officeart/2005/8/layout/hProcess4"/>
    <dgm:cxn modelId="{5F9EDECD-FB20-4615-B5EC-47255B2B532F}" srcId="{FB986F71-3126-4196-BD30-74AEDC39A1CA}" destId="{BF381BD4-48DC-48BF-8C18-C307CDD4D490}" srcOrd="1" destOrd="0" parTransId="{5D881325-883F-44A1-A5FB-E01856D07A5B}" sibTransId="{2C645F98-BC4B-4797-BC42-0872EA7B0575}"/>
    <dgm:cxn modelId="{732F9AFA-01BF-4C18-A659-D951BF9FC05D}" type="presOf" srcId="{AB2E8498-CC81-452F-A895-08F3845AA347}" destId="{96015622-8A46-45CF-A72A-2856B699B374}" srcOrd="0" destOrd="0" presId="urn:microsoft.com/office/officeart/2005/8/layout/hProcess4"/>
    <dgm:cxn modelId="{E1602188-B573-41FF-9095-7B40F9CA44C2}" type="presOf" srcId="{6E7DBE00-7E5B-46F8-BBA0-CF0079A58E82}" destId="{69C28D3B-E083-42DF-9EA0-916CA12125A9}" srcOrd="0" destOrd="1" presId="urn:microsoft.com/office/officeart/2005/8/layout/hProcess4"/>
    <dgm:cxn modelId="{835CA1EF-8C73-4A92-AB14-7F18CFCB3BBE}" type="presOf" srcId="{65B6D8B9-E558-4264-B37F-7B4B2A8896DF}" destId="{67FFE978-6FBE-4424-80BE-B9E4B4DD0695}" srcOrd="1" destOrd="1" presId="urn:microsoft.com/office/officeart/2005/8/layout/hProcess4"/>
    <dgm:cxn modelId="{E95209FE-82B0-40EF-AFE6-D8CCCCEA50E1}" type="presOf" srcId="{7AEB6639-3258-49E8-8B1F-B4A9C61922BE}" destId="{DC2A0ADB-DCE3-4BF4-9952-0394865777AC}" srcOrd="0" destOrd="0" presId="urn:microsoft.com/office/officeart/2005/8/layout/hProcess4"/>
    <dgm:cxn modelId="{A63D53AC-541A-4D09-9620-8B1C8D7B91DE}" srcId="{0E9DE493-19D7-4EC9-97C9-5F26233F1106}" destId="{F6D27D1B-CDCB-481F-B8FA-AB31B2A119DE}" srcOrd="1" destOrd="0" parTransId="{8A7BF306-8E53-4B16-9E7E-A79AE3DF6BE2}" sibTransId="{7AEB6639-3258-49E8-8B1F-B4A9C61922BE}"/>
    <dgm:cxn modelId="{CA96E113-7151-48C8-B4D5-7AA211772CC8}" srcId="{F6D27D1B-CDCB-481F-B8FA-AB31B2A119DE}" destId="{65B6D8B9-E558-4264-B37F-7B4B2A8896DF}" srcOrd="1" destOrd="0" parTransId="{04F5A724-3AA7-4E78-B992-BCB3E916993F}" sibTransId="{370A79FF-9957-49E1-811F-78AB198DD9E0}"/>
    <dgm:cxn modelId="{FCC960F1-FFDB-446D-9C7D-06DB34FE036C}" type="presOf" srcId="{BF381BD4-48DC-48BF-8C18-C307CDD4D490}" destId="{96015622-8A46-45CF-A72A-2856B699B374}" srcOrd="0" destOrd="1" presId="urn:microsoft.com/office/officeart/2005/8/layout/hProcess4"/>
    <dgm:cxn modelId="{1FE4D618-724E-4829-BED3-DAA3C651B769}" type="presOf" srcId="{0B00F5A8-A0EF-4111-9D86-004317B4F49E}" destId="{E83793B4-2C5C-4D90-82FA-E5EE4745664D}" srcOrd="0" destOrd="0" presId="urn:microsoft.com/office/officeart/2005/8/layout/hProcess4"/>
    <dgm:cxn modelId="{3D080EE7-BDF0-495B-A4FB-103A296CD73B}" srcId="{58828492-5CEF-4AFE-95CB-5D7E6A18158B}" destId="{6E7DBE00-7E5B-46F8-BBA0-CF0079A58E82}" srcOrd="1" destOrd="0" parTransId="{6FAC7821-43C2-4A12-9638-E9B1BDE7C8D8}" sibTransId="{65147ED7-18A4-49A5-9AEE-066FB0363316}"/>
    <dgm:cxn modelId="{95276BC3-D2A9-422F-9390-BED3FD8C7BB0}" type="presOf" srcId="{0E9DE493-19D7-4EC9-97C9-5F26233F1106}" destId="{3960CFF8-4383-4382-8D6D-F2A00F508E8D}" srcOrd="0" destOrd="0" presId="urn:microsoft.com/office/officeart/2005/8/layout/hProcess4"/>
    <dgm:cxn modelId="{86F910E7-C9D0-48E5-A3A3-C70127E96FC1}" srcId="{F6D27D1B-CDCB-481F-B8FA-AB31B2A119DE}" destId="{0B00F5A8-A0EF-4111-9D86-004317B4F49E}" srcOrd="0" destOrd="0" parTransId="{EC916B99-8D26-4265-B7BE-BB461C68DA5C}" sibTransId="{CE48C676-980A-4BAC-A3C8-9ABC315DAE51}"/>
    <dgm:cxn modelId="{ECE9152A-59A8-4A3A-9D34-DB38A074F636}" srcId="{0E9DE493-19D7-4EC9-97C9-5F26233F1106}" destId="{58828492-5CEF-4AFE-95CB-5D7E6A18158B}" srcOrd="2" destOrd="0" parTransId="{F664BA43-1B81-496F-A04E-CE4B4A525697}" sibTransId="{2D386477-EC66-449A-8D41-5F8A212C3D8E}"/>
    <dgm:cxn modelId="{7EBBAEC4-0282-4F3E-860C-A6A26E3998F2}" type="presOf" srcId="{65B6D8B9-E558-4264-B37F-7B4B2A8896DF}" destId="{E83793B4-2C5C-4D90-82FA-E5EE4745664D}" srcOrd="0" destOrd="1" presId="urn:microsoft.com/office/officeart/2005/8/layout/hProcess4"/>
    <dgm:cxn modelId="{E33DA73B-C4A7-472D-88E9-D1B7FEC0C1F5}" type="presOf" srcId="{BF381BD4-48DC-48BF-8C18-C307CDD4D490}" destId="{BFE859F2-A9E8-4F95-9161-8EC68F2D30C4}" srcOrd="1" destOrd="1" presId="urn:microsoft.com/office/officeart/2005/8/layout/hProcess4"/>
    <dgm:cxn modelId="{2D5B3E3B-3EE5-4072-933E-27DF5400591C}" srcId="{FB986F71-3126-4196-BD30-74AEDC39A1CA}" destId="{AB2E8498-CC81-452F-A895-08F3845AA347}" srcOrd="0" destOrd="0" parTransId="{4C65E2C8-0CBB-4D8C-AD60-6B0105C62B84}" sibTransId="{9A1F3304-AA9E-4FBC-89BA-9095C80E47C9}"/>
    <dgm:cxn modelId="{89F19664-F574-44B4-924E-3D107B743F23}" type="presParOf" srcId="{3960CFF8-4383-4382-8D6D-F2A00F508E8D}" destId="{366CFF54-5C8F-47F9-BFD8-D9AF3EADDA3E}" srcOrd="0" destOrd="0" presId="urn:microsoft.com/office/officeart/2005/8/layout/hProcess4"/>
    <dgm:cxn modelId="{75C41B37-1CBE-4C45-8C4B-850855BD27C4}" type="presParOf" srcId="{3960CFF8-4383-4382-8D6D-F2A00F508E8D}" destId="{13688FBD-4079-41FE-A6A2-B5B0F293E6BF}" srcOrd="1" destOrd="0" presId="urn:microsoft.com/office/officeart/2005/8/layout/hProcess4"/>
    <dgm:cxn modelId="{3AA8FE4E-D0FB-4F4F-9F35-7B6B4E7D5E8D}" type="presParOf" srcId="{3960CFF8-4383-4382-8D6D-F2A00F508E8D}" destId="{224851B6-C14D-49DE-883B-A13003DA4601}" srcOrd="2" destOrd="0" presId="urn:microsoft.com/office/officeart/2005/8/layout/hProcess4"/>
    <dgm:cxn modelId="{A4DAABAE-FB49-4E79-80B0-1264A8E539FF}" type="presParOf" srcId="{224851B6-C14D-49DE-883B-A13003DA4601}" destId="{1439717B-283C-48FF-AF62-1990F52B6512}" srcOrd="0" destOrd="0" presId="urn:microsoft.com/office/officeart/2005/8/layout/hProcess4"/>
    <dgm:cxn modelId="{6FFC75D9-47EB-48FF-90CD-91F117AC22B7}" type="presParOf" srcId="{1439717B-283C-48FF-AF62-1990F52B6512}" destId="{BCCE6711-D1D8-4B2C-917E-41AB5A6114A8}" srcOrd="0" destOrd="0" presId="urn:microsoft.com/office/officeart/2005/8/layout/hProcess4"/>
    <dgm:cxn modelId="{FEE85E3F-72E5-4071-8EA1-3623F81173A1}" type="presParOf" srcId="{1439717B-283C-48FF-AF62-1990F52B6512}" destId="{96015622-8A46-45CF-A72A-2856B699B374}" srcOrd="1" destOrd="0" presId="urn:microsoft.com/office/officeart/2005/8/layout/hProcess4"/>
    <dgm:cxn modelId="{AC4982ED-AD83-45D0-AD2F-455F7901AF9F}" type="presParOf" srcId="{1439717B-283C-48FF-AF62-1990F52B6512}" destId="{BFE859F2-A9E8-4F95-9161-8EC68F2D30C4}" srcOrd="2" destOrd="0" presId="urn:microsoft.com/office/officeart/2005/8/layout/hProcess4"/>
    <dgm:cxn modelId="{565E0706-6737-49AB-A631-19EA6E16791C}" type="presParOf" srcId="{1439717B-283C-48FF-AF62-1990F52B6512}" destId="{E18C6CF4-EDEB-4539-A36D-E0355B626199}" srcOrd="3" destOrd="0" presId="urn:microsoft.com/office/officeart/2005/8/layout/hProcess4"/>
    <dgm:cxn modelId="{0F8395D2-489A-4650-9E19-52FEC57A410B}" type="presParOf" srcId="{1439717B-283C-48FF-AF62-1990F52B6512}" destId="{D9FCD5E9-9E94-4534-BAB4-3DB8EB44E7D0}" srcOrd="4" destOrd="0" presId="urn:microsoft.com/office/officeart/2005/8/layout/hProcess4"/>
    <dgm:cxn modelId="{9204B803-0CC8-4F9E-AC95-C709626A9F47}" type="presParOf" srcId="{224851B6-C14D-49DE-883B-A13003DA4601}" destId="{6A63D16E-EEE6-4267-97EA-5AD7D2BC4E84}" srcOrd="1" destOrd="0" presId="urn:microsoft.com/office/officeart/2005/8/layout/hProcess4"/>
    <dgm:cxn modelId="{DF63E90D-523A-4A3D-8E96-876C4878E690}" type="presParOf" srcId="{224851B6-C14D-49DE-883B-A13003DA4601}" destId="{59BAED1E-A4FE-4FA3-8716-57917AF47F38}" srcOrd="2" destOrd="0" presId="urn:microsoft.com/office/officeart/2005/8/layout/hProcess4"/>
    <dgm:cxn modelId="{ABC2BBAC-ABC6-4828-A656-FF0E45449B5D}" type="presParOf" srcId="{59BAED1E-A4FE-4FA3-8716-57917AF47F38}" destId="{5C833856-7FAF-4B27-932C-67C7D08339F2}" srcOrd="0" destOrd="0" presId="urn:microsoft.com/office/officeart/2005/8/layout/hProcess4"/>
    <dgm:cxn modelId="{57A8C77F-8539-4ED5-8B3E-AA69AEF39063}" type="presParOf" srcId="{59BAED1E-A4FE-4FA3-8716-57917AF47F38}" destId="{E83793B4-2C5C-4D90-82FA-E5EE4745664D}" srcOrd="1" destOrd="0" presId="urn:microsoft.com/office/officeart/2005/8/layout/hProcess4"/>
    <dgm:cxn modelId="{13C487BA-883D-4A71-9789-EB655F6279D7}" type="presParOf" srcId="{59BAED1E-A4FE-4FA3-8716-57917AF47F38}" destId="{67FFE978-6FBE-4424-80BE-B9E4B4DD0695}" srcOrd="2" destOrd="0" presId="urn:microsoft.com/office/officeart/2005/8/layout/hProcess4"/>
    <dgm:cxn modelId="{9DE711C0-DAD0-490A-8F9F-84EFF58B67F2}" type="presParOf" srcId="{59BAED1E-A4FE-4FA3-8716-57917AF47F38}" destId="{029D1FDE-4DD7-4FA5-8C70-0C747477B66C}" srcOrd="3" destOrd="0" presId="urn:microsoft.com/office/officeart/2005/8/layout/hProcess4"/>
    <dgm:cxn modelId="{7E60F800-B699-4C90-AE8B-FFA3C1DBAC2A}" type="presParOf" srcId="{59BAED1E-A4FE-4FA3-8716-57917AF47F38}" destId="{C2556EF6-41FF-46C6-8829-911BFA533FFE}" srcOrd="4" destOrd="0" presId="urn:microsoft.com/office/officeart/2005/8/layout/hProcess4"/>
    <dgm:cxn modelId="{15EEC923-9DD9-45F9-B1CE-E90ADC8BB3B2}" type="presParOf" srcId="{224851B6-C14D-49DE-883B-A13003DA4601}" destId="{DC2A0ADB-DCE3-4BF4-9952-0394865777AC}" srcOrd="3" destOrd="0" presId="urn:microsoft.com/office/officeart/2005/8/layout/hProcess4"/>
    <dgm:cxn modelId="{F83CC031-B411-4234-8023-6E45E782DC1B}" type="presParOf" srcId="{224851B6-C14D-49DE-883B-A13003DA4601}" destId="{A874A3A3-A340-4ABC-99B5-7529D4415335}" srcOrd="4" destOrd="0" presId="urn:microsoft.com/office/officeart/2005/8/layout/hProcess4"/>
    <dgm:cxn modelId="{7B362966-E9AB-40B9-8761-1F07E738ED93}" type="presParOf" srcId="{A874A3A3-A340-4ABC-99B5-7529D4415335}" destId="{14032C0B-60AE-432B-A713-F993D1C4BA8F}" srcOrd="0" destOrd="0" presId="urn:microsoft.com/office/officeart/2005/8/layout/hProcess4"/>
    <dgm:cxn modelId="{7577A14F-C73F-4E1A-8760-544ED1967544}" type="presParOf" srcId="{A874A3A3-A340-4ABC-99B5-7529D4415335}" destId="{69C28D3B-E083-42DF-9EA0-916CA12125A9}" srcOrd="1" destOrd="0" presId="urn:microsoft.com/office/officeart/2005/8/layout/hProcess4"/>
    <dgm:cxn modelId="{1637F8A1-F9FA-4AC7-AA80-AC52DBF6427F}" type="presParOf" srcId="{A874A3A3-A340-4ABC-99B5-7529D4415335}" destId="{843715D2-C2C2-41EB-BDA3-21230FBA46DB}" srcOrd="2" destOrd="0" presId="urn:microsoft.com/office/officeart/2005/8/layout/hProcess4"/>
    <dgm:cxn modelId="{C3A1CE6A-C0A2-460E-AEC5-91898FCAB7C6}" type="presParOf" srcId="{A874A3A3-A340-4ABC-99B5-7529D4415335}" destId="{047F5837-10E2-4FFC-A492-DB8A19EF48CA}" srcOrd="3" destOrd="0" presId="urn:microsoft.com/office/officeart/2005/8/layout/hProcess4"/>
    <dgm:cxn modelId="{B0B35EFC-EC0D-408D-96C0-AAE23E559E96}" type="presParOf" srcId="{A874A3A3-A340-4ABC-99B5-7529D4415335}" destId="{7D6A154D-27BB-4CCE-9250-BCDD2CD5C38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15622-8A46-45CF-A72A-2856B699B374}">
      <dsp:nvSpPr>
        <dsp:cNvPr id="0" name=""/>
        <dsp:cNvSpPr/>
      </dsp:nvSpPr>
      <dsp:spPr>
        <a:xfrm>
          <a:off x="36244" y="1049273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82644" y="1095673"/>
        <a:ext cx="2351761" cy="1491398"/>
      </dsp:txXfrm>
    </dsp:sp>
    <dsp:sp modelId="{6A63D16E-EEE6-4267-97EA-5AD7D2BC4E84}">
      <dsp:nvSpPr>
        <dsp:cNvPr id="0" name=""/>
        <dsp:cNvSpPr/>
      </dsp:nvSpPr>
      <dsp:spPr>
        <a:xfrm>
          <a:off x="1394360" y="1473226"/>
          <a:ext cx="2779003" cy="2779003"/>
        </a:xfrm>
        <a:prstGeom prst="leftCircularArrow">
          <a:avLst>
            <a:gd name="adj1" fmla="val 3451"/>
            <a:gd name="adj2" fmla="val 427731"/>
            <a:gd name="adj3" fmla="val 2203242"/>
            <a:gd name="adj4" fmla="val 9024489"/>
            <a:gd name="adj5" fmla="val 40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8C6CF4-EDEB-4539-A36D-E0355B626199}">
      <dsp:nvSpPr>
        <dsp:cNvPr id="0" name=""/>
        <dsp:cNvSpPr/>
      </dsp:nvSpPr>
      <dsp:spPr>
        <a:xfrm>
          <a:off x="579480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1 Title</a:t>
          </a:r>
        </a:p>
      </dsp:txBody>
      <dsp:txXfrm>
        <a:off x="604789" y="2658781"/>
        <a:ext cx="2122325" cy="813490"/>
      </dsp:txXfrm>
    </dsp:sp>
    <dsp:sp modelId="{E83793B4-2C5C-4D90-82FA-E5EE4745664D}">
      <dsp:nvSpPr>
        <dsp:cNvPr id="0" name=""/>
        <dsp:cNvSpPr/>
      </dsp:nvSpPr>
      <dsp:spPr>
        <a:xfrm>
          <a:off x="3209147" y="1049274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3255547" y="1527728"/>
        <a:ext cx="2351761" cy="1491398"/>
      </dsp:txXfrm>
    </dsp:sp>
    <dsp:sp modelId="{DC2A0ADB-DCE3-4BF4-9952-0394865777AC}">
      <dsp:nvSpPr>
        <dsp:cNvPr id="0" name=""/>
        <dsp:cNvSpPr/>
      </dsp:nvSpPr>
      <dsp:spPr>
        <a:xfrm>
          <a:off x="4546892" y="-216486"/>
          <a:ext cx="3091364" cy="3091364"/>
        </a:xfrm>
        <a:prstGeom prst="circularArrow">
          <a:avLst>
            <a:gd name="adj1" fmla="val 3103"/>
            <a:gd name="adj2" fmla="val 381347"/>
            <a:gd name="adj3" fmla="val 19443143"/>
            <a:gd name="adj4" fmla="val 12575511"/>
            <a:gd name="adj5" fmla="val 362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D1FDE-4DD7-4FA5-8C70-0C747477B66C}">
      <dsp:nvSpPr>
        <dsp:cNvPr id="0" name=""/>
        <dsp:cNvSpPr/>
      </dsp:nvSpPr>
      <dsp:spPr>
        <a:xfrm>
          <a:off x="3752383" y="617220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2 Title</a:t>
          </a:r>
        </a:p>
      </dsp:txBody>
      <dsp:txXfrm>
        <a:off x="3777692" y="642529"/>
        <a:ext cx="2122325" cy="813490"/>
      </dsp:txXfrm>
    </dsp:sp>
    <dsp:sp modelId="{69C28D3B-E083-42DF-9EA0-916CA12125A9}">
      <dsp:nvSpPr>
        <dsp:cNvPr id="0" name=""/>
        <dsp:cNvSpPr/>
      </dsp:nvSpPr>
      <dsp:spPr>
        <a:xfrm>
          <a:off x="6382050" y="1049273"/>
          <a:ext cx="2444561" cy="201625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Task description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Task description</a:t>
          </a:r>
        </a:p>
      </dsp:txBody>
      <dsp:txXfrm>
        <a:off x="6428450" y="1095673"/>
        <a:ext cx="2351761" cy="1491398"/>
      </dsp:txXfrm>
    </dsp:sp>
    <dsp:sp modelId="{047F5837-10E2-4FFC-A492-DB8A19EF48CA}">
      <dsp:nvSpPr>
        <dsp:cNvPr id="0" name=""/>
        <dsp:cNvSpPr/>
      </dsp:nvSpPr>
      <dsp:spPr>
        <a:xfrm>
          <a:off x="6925286" y="2633472"/>
          <a:ext cx="2172943" cy="86410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Step 3 Title</a:t>
          </a:r>
        </a:p>
      </dsp:txBody>
      <dsp:txXfrm>
        <a:off x="6950595" y="2658781"/>
        <a:ext cx="2122325" cy="813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12/6/2016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12/6/2016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/>
              <a:t>: http://images.martechadvisor.com/images/uploads/content_images/cbc928ab5eb5e7f00676992442650b40.jpg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931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http://blog.canacad.ac.jp/wpmu/15matser/files/2013/06/FoodWaste1.jpg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817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http://ci.memecdn.com/7869512.jpg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798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Refs</a:t>
            </a:r>
            <a:r>
              <a:rPr lang="fr-FR" dirty="0"/>
              <a:t> :</a:t>
            </a:r>
            <a:r>
              <a:rPr lang="fr-FR" baseline="0" dirty="0"/>
              <a:t> </a:t>
            </a:r>
          </a:p>
          <a:p>
            <a:r>
              <a:rPr lang="fr-FR" baseline="0" dirty="0"/>
              <a:t>- https://cdn3.iconfinder.com/data/icons/basic-mobile-part-3/512/prisoner-512.png</a:t>
            </a:r>
          </a:p>
          <a:p>
            <a:r>
              <a:rPr lang="fr-FR" baseline="0" dirty="0"/>
              <a:t>- https://d30y9cdsu7xlg0.cloudfront.net/png/89995-200.png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193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Refs</a:t>
            </a:r>
            <a:r>
              <a:rPr lang="fr-FR" dirty="0"/>
              <a:t> :</a:t>
            </a:r>
            <a:r>
              <a:rPr lang="fr-FR" baseline="0" dirty="0"/>
              <a:t> </a:t>
            </a:r>
          </a:p>
          <a:p>
            <a:r>
              <a:rPr lang="fr-FR" baseline="0" dirty="0"/>
              <a:t>- https://cdn3.iconfinder.com/data/icons/basic-mobile-part-3/512/prisoner-512.png</a:t>
            </a:r>
          </a:p>
          <a:p>
            <a:r>
              <a:rPr lang="fr-FR" baseline="0" dirty="0"/>
              <a:t>- https://d30y9cdsu7xlg0.cloudfront.net/png/89995-200.png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707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378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http://www.designnation.de/Media/Galerie/50cf9c1d197e0,Houston-we-have-a-problem.jpg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049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955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http://ci.memecdn.com/7869512.jpg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20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http://ci.memecdn.com/7869512.jpg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803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Ref</a:t>
            </a:r>
            <a:r>
              <a:rPr lang="fr-FR" dirty="0"/>
              <a:t>: http://ci.memecdn.com/7869512.jpg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001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0" y="1828800"/>
            <a:ext cx="9567013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89" y="4800600"/>
            <a:ext cx="9567013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891" y="2514600"/>
            <a:ext cx="8694663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all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491" y="5410201"/>
            <a:ext cx="8689596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5174" y="1905001"/>
            <a:ext cx="442075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06" y="1905001"/>
            <a:ext cx="4420751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08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808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89" y="1905000"/>
            <a:ext cx="441770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89" y="2743201"/>
            <a:ext cx="441770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704" y="685800"/>
            <a:ext cx="6402467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879" y="1905000"/>
            <a:ext cx="3597544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491" y="4648200"/>
            <a:ext cx="3582332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2704" y="685800"/>
            <a:ext cx="6402466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12/6/2016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794" y="381001"/>
            <a:ext cx="1524398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809" y="381001"/>
            <a:ext cx="7393324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12/6/2016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10" y="381000"/>
            <a:ext cx="9146383" cy="1371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10" y="1904999"/>
            <a:ext cx="913677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810" y="6400800"/>
            <a:ext cx="6554906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565" y="6400800"/>
            <a:ext cx="1449767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12/6/2016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00800"/>
            <a:ext cx="83841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spc="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stackoverflow.com/questions/12115168/why-does-this-async-await-code-generate-not-all-code-paths-return-a-value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Async, Await, Oh… Wait!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6801" y="4800600"/>
            <a:ext cx="9349679" cy="1219200"/>
          </a:xfrm>
        </p:spPr>
        <p:txBody>
          <a:bodyPr/>
          <a:lstStyle/>
          <a:p>
            <a:r>
              <a:rPr lang="en-US" dirty="0"/>
              <a:t>Let's spot some fallacies in the heart of .NET</a:t>
            </a:r>
            <a:endParaRPr lang="it-IT" dirty="0"/>
          </a:p>
        </p:txBody>
      </p:sp>
      <p:grpSp>
        <p:nvGrpSpPr>
          <p:cNvPr id="5" name="Group 4"/>
          <p:cNvGrpSpPr/>
          <p:nvPr/>
        </p:nvGrpSpPr>
        <p:grpSpPr>
          <a:xfrm>
            <a:off x="1055440" y="5107355"/>
            <a:ext cx="4176464" cy="625901"/>
            <a:chOff x="8686700" y="6044672"/>
            <a:chExt cx="4176464" cy="625901"/>
          </a:xfrm>
        </p:grpSpPr>
        <p:sp>
          <p:nvSpPr>
            <p:cNvPr id="6" name="TextBox 5"/>
            <p:cNvSpPr txBox="1"/>
            <p:nvPr/>
          </p:nvSpPr>
          <p:spPr>
            <a:xfrm>
              <a:off x="9262764" y="6165304"/>
              <a:ext cx="36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pc="100" dirty="0">
                  <a:latin typeface="Arial Narrow" panose="020B0606020202030204" pitchFamily="34" charset="0"/>
                  <a:ea typeface="+mj-ea"/>
                  <a:cs typeface="+mj-cs"/>
                </a:rPr>
                <a:t>@</a:t>
              </a:r>
              <a:r>
                <a:rPr lang="fr-FR" spc="100" dirty="0" err="1">
                  <a:latin typeface="Arial Narrow" panose="020B0606020202030204" pitchFamily="34" charset="0"/>
                  <a:ea typeface="+mj-ea"/>
                  <a:cs typeface="+mj-cs"/>
                </a:rPr>
                <a:t>tpierrain</a:t>
              </a:r>
              <a:r>
                <a:rPr lang="fr-FR" spc="100" dirty="0">
                  <a:latin typeface="Arial Narrow" panose="020B0606020202030204" pitchFamily="34" charset="0"/>
                  <a:ea typeface="+mj-ea"/>
                  <a:cs typeface="+mj-cs"/>
                </a:rPr>
                <a:t> (use case </a:t>
              </a:r>
              <a:r>
                <a:rPr lang="fr-FR" spc="100" dirty="0" err="1">
                  <a:latin typeface="Arial Narrow" panose="020B0606020202030204" pitchFamily="34" charset="0"/>
                  <a:ea typeface="+mj-ea"/>
                  <a:cs typeface="+mj-cs"/>
                </a:rPr>
                <a:t>driven</a:t>
              </a:r>
              <a:r>
                <a:rPr lang="fr-FR" spc="100" dirty="0">
                  <a:latin typeface="Arial Narrow" panose="020B0606020202030204" pitchFamily="34" charset="0"/>
                  <a:ea typeface="+mj-ea"/>
                  <a:cs typeface="+mj-cs"/>
                </a:rPr>
                <a:t>)</a:t>
              </a:r>
            </a:p>
          </p:txBody>
        </p:sp>
        <p:pic>
          <p:nvPicPr>
            <p:cNvPr id="7" name="Picture 4" descr="Afficher l'image d'origine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700" y="6044672"/>
              <a:ext cx="625901" cy="625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“Use Case Driven”,  but also…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952118" y="1844824"/>
            <a:ext cx="5824402" cy="2170746"/>
          </a:xfrm>
        </p:spPr>
        <p:txBody>
          <a:bodyPr anchor="ctr"/>
          <a:lstStyle/>
          <a:p>
            <a:r>
              <a:rPr lang="en-US" dirty="0"/>
              <a:t>Reactive Programmer </a:t>
            </a:r>
            <a:r>
              <a:rPr lang="en-US" sz="1600" dirty="0">
                <a:solidFill>
                  <a:schemeClr val="accent1"/>
                </a:solidFill>
                <a:latin typeface="Arial Narrow" panose="020B0606020202030204" pitchFamily="34" charset="0"/>
              </a:rPr>
              <a:t>(&gt; 10 years)</a:t>
            </a:r>
          </a:p>
          <a:p>
            <a:pPr lvl="0">
              <a:buClr>
                <a:srgbClr val="56C5FF"/>
              </a:buClr>
            </a:pPr>
            <a:r>
              <a:rPr lang="en-US" dirty="0" err="1"/>
              <a:t>eXtreme</a:t>
            </a:r>
            <a:r>
              <a:rPr lang="en-US" dirty="0"/>
              <a:t> Programmer </a:t>
            </a:r>
            <a:r>
              <a:rPr lang="en-US" sz="1600" dirty="0">
                <a:solidFill>
                  <a:srgbClr val="56C5FF"/>
                </a:solidFill>
                <a:latin typeface="Arial Narrow" panose="020B0606020202030204" pitchFamily="34" charset="0"/>
              </a:rPr>
              <a:t>(&gt; 10 years)</a:t>
            </a:r>
            <a:endParaRPr lang="en-US" dirty="0"/>
          </a:p>
          <a:p>
            <a:pPr lvl="0">
              <a:buClr>
                <a:srgbClr val="56C5FF"/>
              </a:buClr>
            </a:pPr>
            <a:r>
              <a:rPr lang="en-US" dirty="0"/>
              <a:t>Programmer </a:t>
            </a:r>
            <a:r>
              <a:rPr lang="en-US" dirty="0">
                <a:solidFill>
                  <a:prstClr val="white"/>
                </a:solidFill>
              </a:rPr>
              <a:t> </a:t>
            </a:r>
            <a:r>
              <a:rPr lang="en-US" sz="1600" dirty="0">
                <a:solidFill>
                  <a:srgbClr val="56C5FF"/>
                </a:solidFill>
                <a:latin typeface="Arial Narrow" panose="020B0606020202030204" pitchFamily="34" charset="0"/>
              </a:rPr>
              <a:t>(&gt; 18 years)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33681" y="1556792"/>
            <a:ext cx="2373175" cy="4802365"/>
            <a:chOff x="7814650" y="1484784"/>
            <a:chExt cx="2373175" cy="480236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14650" y="1484784"/>
              <a:ext cx="2373175" cy="422108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grpSp>
          <p:nvGrpSpPr>
            <p:cNvPr id="4" name="Group 3"/>
            <p:cNvGrpSpPr/>
            <p:nvPr/>
          </p:nvGrpSpPr>
          <p:grpSpPr>
            <a:xfrm>
              <a:off x="7968208" y="5661248"/>
              <a:ext cx="2160240" cy="625901"/>
              <a:chOff x="8686700" y="6044672"/>
              <a:chExt cx="2160240" cy="625901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9262764" y="6165304"/>
                <a:ext cx="15841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chemeClr val="accent1"/>
                    </a:solidFill>
                    <a:latin typeface="Arial Narrow" panose="020B0606020202030204" pitchFamily="34" charset="0"/>
                  </a:rPr>
                  <a:t>@</a:t>
                </a:r>
                <a:r>
                  <a:rPr lang="fr-FR" dirty="0" err="1">
                    <a:solidFill>
                      <a:schemeClr val="accent1"/>
                    </a:solidFill>
                    <a:latin typeface="Arial Narrow" panose="020B0606020202030204" pitchFamily="34" charset="0"/>
                  </a:rPr>
                  <a:t>tpierrain</a:t>
                </a:r>
                <a:endParaRPr lang="fr-FR" dirty="0">
                  <a:solidFill>
                    <a:schemeClr val="accent1"/>
                  </a:solidFill>
                  <a:latin typeface="Arial Narrow" panose="020B0606020202030204" pitchFamily="34" charset="0"/>
                </a:endParaRPr>
              </a:p>
            </p:txBody>
          </p:sp>
          <p:pic>
            <p:nvPicPr>
              <p:cNvPr id="1028" name="Picture 4" descr="Afficher l'image d'origine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86700" y="6044672"/>
                <a:ext cx="625901" cy="6259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026" name="Picture 2" descr="http://n-fluent.net/img/NFlue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067" y="4357325"/>
            <a:ext cx="849064" cy="97910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951984" y="5336426"/>
            <a:ext cx="8901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 err="1">
                <a:solidFill>
                  <a:schemeClr val="accent1"/>
                </a:solidFill>
                <a:latin typeface="Arial Narrow" panose="020B0606020202030204" pitchFamily="34" charset="0"/>
              </a:rPr>
              <a:t>NFluent</a:t>
            </a:r>
            <a:endParaRPr lang="fr-FR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  <p:pic>
        <p:nvPicPr>
          <p:cNvPr id="1030" name="Picture 6" descr="Valu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440" y="4363532"/>
            <a:ext cx="1492616" cy="97289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247099" y="5336426"/>
            <a:ext cx="14709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  <a:latin typeface="Arial Narrow" panose="020B0606020202030204" pitchFamily="34" charset="0"/>
              </a:rPr>
              <a:t>Value (DDD)</a:t>
            </a:r>
          </a:p>
        </p:txBody>
      </p:sp>
      <p:pic>
        <p:nvPicPr>
          <p:cNvPr id="1032" name="Picture 8" descr="Afficher l'image d'origine"/>
          <p:cNvPicPr>
            <a:picLocks noChangeAspect="1" noChangeArrowheads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4502348"/>
            <a:ext cx="1378112" cy="68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120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652319" y="5944107"/>
            <a:ext cx="6006340" cy="581237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200" dirty="0">
                <a:solidFill>
                  <a:schemeClr val="accent1"/>
                </a:solidFill>
              </a:rPr>
              <a:t>Q: What happens line 24,  when await occurs?</a:t>
            </a:r>
          </a:p>
        </p:txBody>
      </p:sp>
    </p:spTree>
    <p:extLst>
      <p:ext uri="{BB962C8B-B14F-4D97-AF65-F5344CB8AC3E}">
        <p14:creationId xmlns:p14="http://schemas.microsoft.com/office/powerpoint/2010/main" val="233983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1124744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361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1844824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606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3076161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55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352800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674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4797152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57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525600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296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525600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/>
          <p:cNvCxnSpPr/>
          <p:nvPr/>
        </p:nvCxnSpPr>
        <p:spPr>
          <a:xfrm>
            <a:off x="3204000" y="5544000"/>
            <a:ext cx="576064" cy="0"/>
          </a:xfrm>
          <a:prstGeom prst="line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0584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3863752" y="5544000"/>
            <a:ext cx="23042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Arrow: Right 10"/>
          <p:cNvSpPr/>
          <p:nvPr/>
        </p:nvSpPr>
        <p:spPr>
          <a:xfrm>
            <a:off x="2099592" y="5308409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2343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Arrow: Right 10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12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3204000" y="5544000"/>
            <a:ext cx="576064" cy="0"/>
          </a:xfrm>
          <a:prstGeom prst="line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Arrow: Right 14"/>
          <p:cNvSpPr/>
          <p:nvPr/>
        </p:nvSpPr>
        <p:spPr>
          <a:xfrm>
            <a:off x="2099592" y="5308409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940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Arrow: Right 10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12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367808" y="4725144"/>
            <a:ext cx="1008112" cy="360040"/>
          </a:xfrm>
          <a:prstGeom prst="rect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/>
          <p:cNvSpPr/>
          <p:nvPr/>
        </p:nvSpPr>
        <p:spPr>
          <a:xfrm>
            <a:off x="2099592" y="4797152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735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3573016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/>
          <p:nvPr/>
        </p:nvCxnSpPr>
        <p:spPr>
          <a:xfrm>
            <a:off x="4896000" y="3880326"/>
            <a:ext cx="576064" cy="0"/>
          </a:xfrm>
          <a:prstGeom prst="line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Arrow: Right 13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25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4223792" y="3014533"/>
            <a:ext cx="1080120" cy="360040"/>
          </a:xfrm>
          <a:prstGeom prst="rect">
            <a:avLst/>
          </a:prstGeom>
          <a:noFill/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/>
          <p:cNvSpPr/>
          <p:nvPr/>
        </p:nvSpPr>
        <p:spPr>
          <a:xfrm>
            <a:off x="2423592" y="306896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Arrow: Right 15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777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423592" y="1844824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032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10" name="Arrow: Right 9"/>
          <p:cNvSpPr/>
          <p:nvPr/>
        </p:nvSpPr>
        <p:spPr>
          <a:xfrm>
            <a:off x="2423592" y="230400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Arrow: Right 15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02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7" name="Arrow: Right 6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4" descr="Afficher l'image d'origine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5274000"/>
            <a:ext cx="288032" cy="28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Right 15"/>
          <p:cNvSpPr/>
          <p:nvPr/>
        </p:nvSpPr>
        <p:spPr>
          <a:xfrm>
            <a:off x="2891680" y="529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333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Right 21"/>
          <p:cNvSpPr/>
          <p:nvPr/>
        </p:nvSpPr>
        <p:spPr>
          <a:xfrm>
            <a:off x="2891680" y="5524433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24" name="Arrow: Right 23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435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/>
          <p:cNvSpPr/>
          <p:nvPr/>
        </p:nvSpPr>
        <p:spPr>
          <a:xfrm>
            <a:off x="2423592" y="5524433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26" name="Arrow: Right 25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80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8" name="Arrow: Right 7"/>
          <p:cNvSpPr/>
          <p:nvPr/>
        </p:nvSpPr>
        <p:spPr>
          <a:xfrm>
            <a:off x="2423592" y="3580217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roup 23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25" name="Arrow: Right 24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189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8" name="Arrow: Right 7"/>
          <p:cNvSpPr/>
          <p:nvPr/>
        </p:nvSpPr>
        <p:spPr>
          <a:xfrm>
            <a:off x="2423592" y="4032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roup 23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25" name="Arrow: Right 24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467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8" name="Arrow: Right 7"/>
          <p:cNvSpPr/>
          <p:nvPr/>
        </p:nvSpPr>
        <p:spPr>
          <a:xfrm>
            <a:off x="2016000" y="2304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423592" y="2304000"/>
            <a:ext cx="576064" cy="280831"/>
            <a:chOff x="2423592" y="2304000"/>
            <a:chExt cx="576064" cy="280831"/>
          </a:xfrm>
        </p:grpSpPr>
        <p:sp>
          <p:nvSpPr>
            <p:cNvPr id="17" name="Arrow: Right 16"/>
            <p:cNvSpPr/>
            <p:nvPr/>
          </p:nvSpPr>
          <p:spPr>
            <a:xfrm>
              <a:off x="2423592" y="2304000"/>
              <a:ext cx="324000" cy="280831"/>
            </a:xfrm>
            <a:prstGeom prst="rightArrow">
              <a:avLst/>
            </a:prstGeom>
            <a:solidFill>
              <a:srgbClr val="FF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5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sp>
        <p:nvSpPr>
          <p:cNvPr id="8" name="Arrow: Right 7"/>
          <p:cNvSpPr/>
          <p:nvPr/>
        </p:nvSpPr>
        <p:spPr>
          <a:xfrm>
            <a:off x="2016000" y="2304000"/>
            <a:ext cx="324000" cy="28083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Arrow: Right 16"/>
          <p:cNvSpPr/>
          <p:nvPr/>
        </p:nvSpPr>
        <p:spPr>
          <a:xfrm>
            <a:off x="2423592" y="2304000"/>
            <a:ext cx="324000" cy="280831"/>
          </a:xfrm>
          <a:prstGeom prst="rightArrow">
            <a:avLst/>
          </a:prstGeom>
          <a:solidFill>
            <a:srgbClr val="FF66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855640" y="2304000"/>
            <a:ext cx="144016" cy="252000"/>
            <a:chOff x="2855640" y="2304000"/>
            <a:chExt cx="144016" cy="2520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2855640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999656" y="2304000"/>
              <a:ext cx="0" cy="25200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Arrow: Right 14"/>
          <p:cNvSpPr/>
          <p:nvPr/>
        </p:nvSpPr>
        <p:spPr>
          <a:xfrm>
            <a:off x="2423592" y="2304000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55372" t="31036" r="35542" b="61342"/>
          <a:stretch/>
        </p:blipFill>
        <p:spPr>
          <a:xfrm>
            <a:off x="7392144" y="2304001"/>
            <a:ext cx="1008112" cy="476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Straight Connector 15"/>
          <p:cNvCxnSpPr/>
          <p:nvPr/>
        </p:nvCxnSpPr>
        <p:spPr>
          <a:xfrm>
            <a:off x="7392144" y="2636912"/>
            <a:ext cx="864096" cy="0"/>
          </a:xfrm>
          <a:prstGeom prst="line">
            <a:avLst/>
          </a:prstGeom>
          <a:ln w="444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0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Arrow: Right 9"/>
          <p:cNvSpPr/>
          <p:nvPr/>
        </p:nvSpPr>
        <p:spPr>
          <a:xfrm>
            <a:off x="2423592" y="2572105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0778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415480" y="1066800"/>
            <a:ext cx="9361040" cy="5437627"/>
            <a:chOff x="1415480" y="1066800"/>
            <a:chExt cx="9361040" cy="543762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l="1506" t="11264" r="14126" b="1835"/>
            <a:stretch/>
          </p:blipFill>
          <p:spPr>
            <a:xfrm>
              <a:off x="1415480" y="1066800"/>
              <a:ext cx="9361040" cy="543762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tangle 4"/>
            <p:cNvSpPr/>
            <p:nvPr/>
          </p:nvSpPr>
          <p:spPr>
            <a:xfrm>
              <a:off x="1919536" y="5877272"/>
              <a:ext cx="792088" cy="560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Let’s start with A question…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7865" t="49279" r="33058" b="45230"/>
          <a:stretch/>
        </p:blipFill>
        <p:spPr>
          <a:xfrm>
            <a:off x="3168000" y="3528000"/>
            <a:ext cx="5760640" cy="36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Arrow: Right 9"/>
          <p:cNvSpPr/>
          <p:nvPr/>
        </p:nvSpPr>
        <p:spPr>
          <a:xfrm>
            <a:off x="2423592" y="2572105"/>
            <a:ext cx="324000" cy="280831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4689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Was IT your first answer?</a:t>
            </a:r>
          </a:p>
        </p:txBody>
      </p:sp>
      <p:pic>
        <p:nvPicPr>
          <p:cNvPr id="1026" name="Picture 2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1412776"/>
            <a:ext cx="6457950" cy="43053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13"/>
          <p:cNvSpPr>
            <a:spLocks noGrp="1"/>
          </p:cNvSpPr>
          <p:nvPr>
            <p:ph idx="1"/>
          </p:nvPr>
        </p:nvSpPr>
        <p:spPr>
          <a:xfrm>
            <a:off x="4652319" y="5944107"/>
            <a:ext cx="4672656" cy="581237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200" dirty="0">
                <a:solidFill>
                  <a:schemeClr val="accent1"/>
                </a:solidFill>
                <a:hlinkClick r:id="rId4" action="ppaction://hlinksldjump"/>
              </a:rPr>
              <a:t>Replay?</a:t>
            </a:r>
            <a:endParaRPr lang="en-US" sz="2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39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Basics</a:t>
            </a:r>
          </a:p>
        </p:txBody>
      </p:sp>
    </p:spTree>
    <p:extLst>
      <p:ext uri="{BB962C8B-B14F-4D97-AF65-F5344CB8AC3E}">
        <p14:creationId xmlns:p14="http://schemas.microsoft.com/office/powerpoint/2010/main" val="280782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Basics: </a:t>
            </a:r>
            <a:r>
              <a:rPr lang="en-GB" dirty="0">
                <a:solidFill>
                  <a:schemeClr val="tx2"/>
                </a:solidFill>
              </a:rPr>
              <a:t>WHY ASYNC</a:t>
            </a:r>
          </a:p>
        </p:txBody>
      </p:sp>
    </p:spTree>
    <p:extLst>
      <p:ext uri="{BB962C8B-B14F-4D97-AF65-F5344CB8AC3E}">
        <p14:creationId xmlns:p14="http://schemas.microsoft.com/office/powerpoint/2010/main" val="106605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Like me, You don’t like Waste?</a:t>
            </a:r>
          </a:p>
        </p:txBody>
      </p:sp>
      <p:pic>
        <p:nvPicPr>
          <p:cNvPr id="2052" name="Picture 4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363" y="1340768"/>
            <a:ext cx="3997275" cy="500844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95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A simple rule to avoid waste </a:t>
            </a:r>
            <a:r>
              <a:rPr lang="en-US" dirty="0">
                <a:solidFill>
                  <a:schemeClr val="tx2"/>
                </a:solidFill>
              </a:rPr>
              <a:t>of CPU</a:t>
            </a:r>
          </a:p>
        </p:txBody>
      </p:sp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492" y="1756210"/>
            <a:ext cx="6221018" cy="40634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51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Concurrent, Parallel, Asynchronous…</a:t>
            </a:r>
          </a:p>
        </p:txBody>
      </p:sp>
      <p:pic>
        <p:nvPicPr>
          <p:cNvPr id="4098" name="Picture 2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474" y="1733802"/>
            <a:ext cx="6277052" cy="378342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9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8534" y="1029072"/>
            <a:ext cx="4501182" cy="743744"/>
          </a:xfrm>
        </p:spPr>
        <p:txBody>
          <a:bodyPr anchor="t"/>
          <a:lstStyle/>
          <a:p>
            <a:r>
              <a:rPr lang="en-US" dirty="0"/>
              <a:t>synchronous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3432" y="1772816"/>
            <a:ext cx="4310259" cy="2520280"/>
          </a:xfrm>
        </p:spPr>
        <p:txBody>
          <a:bodyPr anchor="t">
            <a:normAutofit/>
          </a:bodyPr>
          <a:lstStyle/>
          <a:p>
            <a:pPr lvl="0"/>
            <a:r>
              <a:rPr lang="en-US" b="1" cap="all" dirty="0">
                <a:solidFill>
                  <a:schemeClr val="accent1"/>
                </a:solidFill>
              </a:rPr>
              <a:t>Perform</a:t>
            </a:r>
            <a:r>
              <a:rPr lang="en-US" b="1" dirty="0"/>
              <a:t> </a:t>
            </a:r>
            <a:r>
              <a:rPr lang="en-US" dirty="0"/>
              <a:t>something here and now.</a:t>
            </a:r>
          </a:p>
          <a:p>
            <a:pPr lvl="0"/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caller</a:t>
            </a:r>
            <a:r>
              <a:rPr lang="en-US" dirty="0"/>
              <a:t> thread will be </a:t>
            </a:r>
            <a:r>
              <a:rPr lang="en-US" dirty="0">
                <a:solidFill>
                  <a:schemeClr val="accent1"/>
                </a:solidFill>
              </a:rPr>
              <a:t>blocked until it’s done</a:t>
            </a:r>
          </a:p>
        </p:txBody>
      </p:sp>
      <p:sp>
        <p:nvSpPr>
          <p:cNvPr id="6" name="Content Placeholder 13"/>
          <p:cNvSpPr txBox="1">
            <a:spLocks/>
          </p:cNvSpPr>
          <p:nvPr/>
        </p:nvSpPr>
        <p:spPr>
          <a:xfrm>
            <a:off x="2606167" y="5157192"/>
            <a:ext cx="6979666" cy="1486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cap="all" dirty="0">
                <a:solidFill>
                  <a:schemeClr val="accent4"/>
                </a:solidFill>
              </a:rPr>
              <a:t>This is about invocation!</a:t>
            </a:r>
            <a:br>
              <a:rPr lang="en-US" cap="all" dirty="0">
                <a:solidFill>
                  <a:schemeClr val="accent4"/>
                </a:solidFill>
              </a:rPr>
            </a:br>
            <a:r>
              <a:rPr lang="en-US" sz="2000" b="1" cap="all" dirty="0">
                <a:solidFill>
                  <a:schemeClr val="tx2"/>
                </a:solidFill>
              </a:rPr>
              <a:t>(not about how the Goddamn thing is executed)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26" name="Picture 2" descr="Afficher l'image d'origine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865" y="934988"/>
            <a:ext cx="710208" cy="71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6600056" y="820316"/>
            <a:ext cx="4991630" cy="3472780"/>
            <a:chOff x="6816081" y="820316"/>
            <a:chExt cx="4991630" cy="3472780"/>
          </a:xfrm>
        </p:grpSpPr>
        <p:grpSp>
          <p:nvGrpSpPr>
            <p:cNvPr id="2" name="Group 1"/>
            <p:cNvGrpSpPr/>
            <p:nvPr/>
          </p:nvGrpSpPr>
          <p:grpSpPr>
            <a:xfrm>
              <a:off x="6816081" y="1029072"/>
              <a:ext cx="4526284" cy="3264024"/>
              <a:chOff x="6816081" y="1029072"/>
              <a:chExt cx="4526284" cy="3264024"/>
            </a:xfrm>
          </p:grpSpPr>
          <p:sp>
            <p:nvSpPr>
              <p:cNvPr id="4" name="Title 12"/>
              <p:cNvSpPr txBox="1">
                <a:spLocks/>
              </p:cNvSpPr>
              <p:nvPr/>
            </p:nvSpPr>
            <p:spPr>
              <a:xfrm>
                <a:off x="6841182" y="1029072"/>
                <a:ext cx="4501182" cy="74374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kern="1200" cap="all" spc="100" baseline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dirty="0"/>
                  <a:t>Asynchronous</a:t>
                </a:r>
              </a:p>
            </p:txBody>
          </p:sp>
          <p:sp>
            <p:nvSpPr>
              <p:cNvPr id="5" name="Content Placeholder 13"/>
              <p:cNvSpPr txBox="1">
                <a:spLocks/>
              </p:cNvSpPr>
              <p:nvPr/>
            </p:nvSpPr>
            <p:spPr>
              <a:xfrm>
                <a:off x="6816081" y="1772816"/>
                <a:ext cx="4526284" cy="252028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223838" indent="-22383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3550" indent="-2317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2625" indent="-219075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857250" indent="-174625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30288" indent="-173038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07008" indent="-173736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380744" indent="-173736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554480" indent="-173736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728216" indent="-173736" algn="l" defTabSz="914400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cap="all" dirty="0">
                    <a:solidFill>
                      <a:schemeClr val="accent1"/>
                    </a:solidFill>
                  </a:rPr>
                  <a:t>Initiate</a:t>
                </a:r>
                <a:r>
                  <a:rPr lang="en-US" b="1" dirty="0"/>
                  <a:t> </a:t>
                </a:r>
                <a:r>
                  <a:rPr lang="en-US" dirty="0"/>
                  <a:t>something here and now (off-loading).</a:t>
                </a:r>
              </a:p>
              <a:p>
                <a:r>
                  <a:rPr lang="en-US" dirty="0"/>
                  <a:t>The caller thread is released immediately </a:t>
                </a:r>
              </a:p>
              <a:p>
                <a:pPr lvl="1"/>
                <a:r>
                  <a:rPr lang="en-US" dirty="0"/>
                  <a:t>I can use it for something else right now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No waste of  CPU resource ;-)</a:t>
                </a:r>
              </a:p>
            </p:txBody>
          </p:sp>
        </p:grpSp>
        <p:pic>
          <p:nvPicPr>
            <p:cNvPr id="1028" name="Picture 4" descr="Afficher l'image d'origine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7219" y="820316"/>
              <a:ext cx="880492" cy="880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5522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2334860" y="5157192"/>
            <a:ext cx="7522281" cy="1486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cap="all" dirty="0">
                <a:solidFill>
                  <a:schemeClr val="accent4"/>
                </a:solidFill>
              </a:rPr>
              <a:t>Let’s talk about execution now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08534" y="1029072"/>
            <a:ext cx="4501182" cy="743744"/>
          </a:xfrm>
        </p:spPr>
        <p:txBody>
          <a:bodyPr anchor="t"/>
          <a:lstStyle/>
          <a:p>
            <a:r>
              <a:rPr lang="en-US" dirty="0"/>
              <a:t>Concurrency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3432" y="1772816"/>
            <a:ext cx="4310259" cy="1656184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Multiple threads of execution</a:t>
            </a:r>
          </a:p>
          <a:p>
            <a:pPr lvl="1"/>
            <a:r>
              <a:rPr lang="en-US" dirty="0"/>
              <a:t>To make progress on 2 or more tasks in a non-sequential way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168008" y="1029072"/>
            <a:ext cx="4958332" cy="3264024"/>
            <a:chOff x="6816081" y="1029072"/>
            <a:chExt cx="4526284" cy="3264024"/>
          </a:xfrm>
        </p:grpSpPr>
        <p:sp>
          <p:nvSpPr>
            <p:cNvPr id="4" name="Title 12"/>
            <p:cNvSpPr txBox="1">
              <a:spLocks/>
            </p:cNvSpPr>
            <p:nvPr/>
          </p:nvSpPr>
          <p:spPr>
            <a:xfrm>
              <a:off x="6841182" y="1029072"/>
              <a:ext cx="4501182" cy="74374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 cap="all" spc="100" baseline="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/>
                <a:t>Parallelism</a:t>
              </a:r>
            </a:p>
          </p:txBody>
        </p:sp>
        <p:sp>
          <p:nvSpPr>
            <p:cNvPr id="5" name="Content Placeholder 13"/>
            <p:cNvSpPr txBox="1">
              <a:spLocks/>
            </p:cNvSpPr>
            <p:nvPr/>
          </p:nvSpPr>
          <p:spPr>
            <a:xfrm>
              <a:off x="6816081" y="1772816"/>
              <a:ext cx="4526284" cy="252028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3838" indent="-223838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100000"/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3550" indent="-231775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SzPct val="10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2625" indent="-21907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57250" indent="-174625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30288" indent="-17303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07008" indent="-173736" algn="l" defTabSz="914400" rtl="0" eaLnBrk="1" latinLnBrk="0" hangingPunct="1">
                <a:spcBef>
                  <a:spcPts val="600"/>
                </a:spcBef>
                <a:buClr>
                  <a:schemeClr val="accent1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80744" indent="-173736" algn="l" defTabSz="914400" rtl="0" eaLnBrk="1" latinLnBrk="0" hangingPunct="1">
                <a:spcBef>
                  <a:spcPts val="600"/>
                </a:spcBef>
                <a:buClr>
                  <a:schemeClr val="accent1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554480" indent="-173736" algn="l" defTabSz="914400" rtl="0" eaLnBrk="1" latinLnBrk="0" hangingPunct="1">
                <a:spcBef>
                  <a:spcPts val="600"/>
                </a:spcBef>
                <a:buClr>
                  <a:schemeClr val="accent1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728216" indent="-173736" algn="l" defTabSz="914400" rtl="0" eaLnBrk="1" latinLnBrk="0" hangingPunct="1">
                <a:spcBef>
                  <a:spcPts val="600"/>
                </a:spcBef>
                <a:buClr>
                  <a:schemeClr val="accent1"/>
                </a:buClr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cap="all" dirty="0">
                  <a:solidFill>
                    <a:schemeClr val="accent1"/>
                  </a:solidFill>
                </a:rPr>
                <a:t>Concurrency</a:t>
              </a:r>
              <a:r>
                <a:rPr lang="en-US" dirty="0"/>
                <a:t> </a:t>
              </a:r>
              <a:r>
                <a:rPr lang="en-US" b="1" cap="all" dirty="0">
                  <a:solidFill>
                    <a:schemeClr val="accent1"/>
                  </a:solidFill>
                </a:rPr>
                <a:t>but</a:t>
              </a:r>
              <a:r>
                <a:rPr lang="en-US" dirty="0"/>
                <a:t> with multiple threads of execution </a:t>
              </a:r>
              <a:r>
                <a:rPr lang="en-US" b="1" cap="all" dirty="0">
                  <a:solidFill>
                    <a:schemeClr val="accent1"/>
                  </a:solidFill>
                </a:rPr>
                <a:t>executing</a:t>
              </a:r>
              <a:r>
                <a:rPr lang="en-US" dirty="0"/>
                <a:t> </a:t>
              </a:r>
              <a:r>
                <a:rPr lang="en-US" b="1" cap="all" dirty="0">
                  <a:solidFill>
                    <a:schemeClr val="accent1"/>
                  </a:solidFill>
                </a:rPr>
                <a:t>Simultaneously</a:t>
              </a:r>
              <a:r>
                <a:rPr lang="en-US" dirty="0"/>
                <a:t>.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11" name="Content Placeholder 13"/>
          <p:cNvSpPr txBox="1">
            <a:spLocks/>
          </p:cNvSpPr>
          <p:nvPr/>
        </p:nvSpPr>
        <p:spPr>
          <a:xfrm>
            <a:off x="2606167" y="3789040"/>
            <a:ext cx="6979666" cy="1152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cap="all" dirty="0">
                <a:solidFill>
                  <a:schemeClr val="accent4"/>
                </a:solidFill>
              </a:rPr>
              <a:t>This is about Execution!</a:t>
            </a:r>
            <a:br>
              <a:rPr lang="en-US" cap="all" dirty="0">
                <a:solidFill>
                  <a:schemeClr val="accent4"/>
                </a:solidFill>
              </a:rPr>
            </a:br>
            <a:r>
              <a:rPr lang="en-US" sz="2000" b="1" cap="all" dirty="0">
                <a:solidFill>
                  <a:schemeClr val="tx2"/>
                </a:solidFill>
              </a:rPr>
              <a:t>(of the Goddamn thing ;-)</a:t>
            </a:r>
          </a:p>
        </p:txBody>
      </p:sp>
      <p:sp>
        <p:nvSpPr>
          <p:cNvPr id="8" name="Content Placeholder 13"/>
          <p:cNvSpPr txBox="1">
            <a:spLocks/>
          </p:cNvSpPr>
          <p:nvPr/>
        </p:nvSpPr>
        <p:spPr>
          <a:xfrm>
            <a:off x="3940871" y="4869160"/>
            <a:ext cx="4310259" cy="12961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1" indent="0">
              <a:buFont typeface="Arial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Possible implementations: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Thread-based (e.g. multi-threading)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Task-based (e.g. TPL)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36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810" y="381000"/>
            <a:ext cx="9613750" cy="1371600"/>
          </a:xfrm>
        </p:spPr>
        <p:txBody>
          <a:bodyPr anchor="t"/>
          <a:lstStyle/>
          <a:p>
            <a:r>
              <a:rPr lang="en-US" dirty="0"/>
              <a:t>Task Parallel Library reminder </a:t>
            </a:r>
            <a:r>
              <a:rPr lang="en-US" dirty="0">
                <a:solidFill>
                  <a:schemeClr val="tx2"/>
                </a:solidFill>
              </a:rPr>
              <a:t>(TPL)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135560" y="1268760"/>
            <a:ext cx="8640960" cy="4824536"/>
          </a:xfrm>
        </p:spPr>
        <p:txBody>
          <a:bodyPr anchor="t">
            <a:normAutofit fontScale="92500" lnSpcReduction="10000"/>
          </a:bodyPr>
          <a:lstStyle/>
          <a:p>
            <a:r>
              <a:rPr lang="en-US" cap="all" dirty="0">
                <a:solidFill>
                  <a:schemeClr val="accent1"/>
                </a:solidFill>
              </a:rPr>
              <a:t>Task</a:t>
            </a:r>
          </a:p>
          <a:p>
            <a:pPr lvl="1"/>
            <a:r>
              <a:rPr lang="en-US" dirty="0"/>
              <a:t>3 ways to instantiate and run a Task:</a:t>
            </a:r>
          </a:p>
          <a:p>
            <a:pPr lvl="2"/>
            <a:r>
              <a:rPr lang="en-US" dirty="0" err="1"/>
              <a:t>var</a:t>
            </a:r>
            <a:r>
              <a:rPr lang="en-US" dirty="0"/>
              <a:t> task = new Task(</a:t>
            </a:r>
            <a:r>
              <a:rPr lang="en-US" dirty="0">
                <a:solidFill>
                  <a:schemeClr val="accent1"/>
                </a:solidFill>
              </a:rPr>
              <a:t>lambda</a:t>
            </a:r>
            <a:r>
              <a:rPr lang="en-US" dirty="0"/>
              <a:t>).Start();</a:t>
            </a:r>
          </a:p>
          <a:p>
            <a:pPr lvl="2"/>
            <a:r>
              <a:rPr lang="en-US" dirty="0" err="1"/>
              <a:t>var</a:t>
            </a:r>
            <a:r>
              <a:rPr lang="en-US" dirty="0"/>
              <a:t> task = </a:t>
            </a:r>
            <a:r>
              <a:rPr lang="en-US" dirty="0" err="1"/>
              <a:t>Task.Run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lambda</a:t>
            </a:r>
            <a:r>
              <a:rPr lang="en-US" dirty="0"/>
              <a:t>);</a:t>
            </a:r>
          </a:p>
          <a:p>
            <a:pPr lvl="2"/>
            <a:r>
              <a:rPr lang="en-US" dirty="0" err="1"/>
              <a:t>Task.Factory.StartNew</a:t>
            </a:r>
            <a:r>
              <a:rPr lang="en-US" dirty="0"/>
              <a:t>(</a:t>
            </a:r>
            <a:r>
              <a:rPr lang="en-US" dirty="0">
                <a:solidFill>
                  <a:schemeClr val="accent1"/>
                </a:solidFill>
              </a:rPr>
              <a:t>lambda</a:t>
            </a:r>
            <a:r>
              <a:rPr lang="en-US" dirty="0"/>
              <a:t>)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task.Wait</a:t>
            </a:r>
            <a:r>
              <a:rPr lang="en-US" dirty="0"/>
              <a:t>(), </a:t>
            </a:r>
            <a:r>
              <a:rPr lang="en-US" dirty="0" err="1"/>
              <a:t>task.</a:t>
            </a:r>
            <a:r>
              <a:rPr lang="en-US" dirty="0" err="1"/>
              <a:t>Result</a:t>
            </a:r>
            <a:r>
              <a:rPr lang="en-US" dirty="0"/>
              <a:t> &amp; </a:t>
            </a:r>
            <a:r>
              <a:rPr lang="en-US" dirty="0" err="1"/>
              <a:t>task.</a:t>
            </a:r>
            <a:r>
              <a:rPr lang="en-US" dirty="0" err="1"/>
              <a:t>Exception</a:t>
            </a:r>
            <a:endParaRPr lang="en-US" dirty="0"/>
          </a:p>
          <a:p>
            <a:pPr lvl="1"/>
            <a:endParaRPr lang="en-US" dirty="0"/>
          </a:p>
          <a:p>
            <a:r>
              <a:rPr lang="en-US" cap="all" dirty="0">
                <a:solidFill>
                  <a:schemeClr val="accent1"/>
                </a:solidFill>
              </a:rPr>
              <a:t>Continuation</a:t>
            </a:r>
          </a:p>
          <a:p>
            <a:pPr lvl="1"/>
            <a:r>
              <a:rPr lang="en-US" dirty="0"/>
              <a:t>A Task that will be achieve once a previous Task has finished</a:t>
            </a:r>
          </a:p>
          <a:p>
            <a:pPr lvl="1"/>
            <a:endParaRPr lang="en-US" dirty="0"/>
          </a:p>
          <a:p>
            <a:r>
              <a:rPr lang="en-US" cap="all" dirty="0" err="1">
                <a:solidFill>
                  <a:schemeClr val="accent1"/>
                </a:solidFill>
              </a:rPr>
              <a:t>CancelationToken</a:t>
            </a:r>
            <a:endParaRPr lang="en-US" cap="all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3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Not that simple…</a:t>
            </a:r>
          </a:p>
        </p:txBody>
      </p:sp>
      <p:pic>
        <p:nvPicPr>
          <p:cNvPr id="1026" name="Picture 2" descr="Afficher l'image d'orig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91"/>
          <a:stretch/>
        </p:blipFill>
        <p:spPr bwMode="auto">
          <a:xfrm>
            <a:off x="2135560" y="1340768"/>
            <a:ext cx="7488832" cy="445094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8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Deadlocks</a:t>
            </a:r>
          </a:p>
        </p:txBody>
      </p:sp>
      <p:pic>
        <p:nvPicPr>
          <p:cNvPr id="7174" name="Picture 6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574" y="1262051"/>
            <a:ext cx="7552853" cy="433389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26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Deadlock Meme</a:t>
            </a:r>
          </a:p>
        </p:txBody>
      </p:sp>
      <p:pic>
        <p:nvPicPr>
          <p:cNvPr id="7172" name="Picture 4" descr="https://i.imgflip.com/1eulx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400" y="1267200"/>
            <a:ext cx="5179535" cy="50112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67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Deadlock Meme</a:t>
            </a:r>
          </a:p>
        </p:txBody>
      </p:sp>
      <p:pic>
        <p:nvPicPr>
          <p:cNvPr id="7170" name="Picture 2" descr="https://i.imgflip.com/1eulq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109" y="1268760"/>
            <a:ext cx="5179783" cy="50114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63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Deadlock Meme</a:t>
            </a:r>
          </a:p>
        </p:txBody>
      </p:sp>
      <p:pic>
        <p:nvPicPr>
          <p:cNvPr id="9218" name="Picture 2" descr="https://i.imgflip.com/1eum9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400" y="1267200"/>
            <a:ext cx="5179535" cy="50112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11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5527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Async method GC impact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135560" y="1844824"/>
            <a:ext cx="8640960" cy="4248472"/>
          </a:xfrm>
        </p:spPr>
        <p:txBody>
          <a:bodyPr anchor="t">
            <a:normAutofit/>
          </a:bodyPr>
          <a:lstStyle/>
          <a:p>
            <a:r>
              <a:rPr lang="en-US" dirty="0"/>
              <a:t>3 allocations for every Async method</a:t>
            </a:r>
          </a:p>
          <a:p>
            <a:pPr lvl="1"/>
            <a:r>
              <a:rPr lang="en-US" dirty="0"/>
              <a:t>Heap-allocated state machine</a:t>
            </a:r>
          </a:p>
          <a:p>
            <a:pPr lvl="2"/>
            <a:r>
              <a:rPr lang="en-US" dirty="0"/>
              <a:t>With a field for every local variable in your method</a:t>
            </a:r>
          </a:p>
          <a:p>
            <a:pPr lvl="1"/>
            <a:r>
              <a:rPr lang="en-US" dirty="0"/>
              <a:t>Completion delegate</a:t>
            </a:r>
          </a:p>
          <a:p>
            <a:pPr lvl="1"/>
            <a:r>
              <a:rPr lang="en-US" dirty="0"/>
              <a:t>Task</a:t>
            </a:r>
            <a:endParaRPr lang="en-US" sz="1600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2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Few refs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135560" y="1844824"/>
            <a:ext cx="8640960" cy="4248472"/>
          </a:xfrm>
        </p:spPr>
        <p:txBody>
          <a:bodyPr anchor="t">
            <a:normAutofit/>
          </a:bodyPr>
          <a:lstStyle/>
          <a:p>
            <a:r>
              <a:rPr lang="en-US" dirty="0">
                <a:hlinkClick r:id="rId2"/>
              </a:rPr>
              <a:t>Compiler error: http://stackoverflow.com/questions/12115168/why-does-this-async-await-code-generate-not-all-code-paths-return-a-value</a:t>
            </a:r>
            <a:endParaRPr lang="en-US" dirty="0"/>
          </a:p>
          <a:p>
            <a:endParaRPr lang="en-US" dirty="0"/>
          </a:p>
          <a:p>
            <a:endParaRPr lang="en-US" sz="1600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79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6" name="Content Placeholder 5" descr="Clustered Column – Line Combination chart showing the values of 3 series for 4 categories. The first 2 series are columns and the 3rd series is the lin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50944"/>
              </p:ext>
            </p:extLst>
          </p:nvPr>
        </p:nvGraphicFramePr>
        <p:xfrm>
          <a:off x="1524002" y="1905000"/>
          <a:ext cx="913447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First bullet point here</a:t>
            </a:r>
          </a:p>
          <a:p>
            <a:r>
              <a:rPr lang="en-US"/>
              <a:t>Second bullet point here</a:t>
            </a:r>
          </a:p>
          <a:p>
            <a:r>
              <a:rPr lang="en-US"/>
              <a:t>Third bullet point here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082240"/>
              </p:ext>
            </p:extLst>
          </p:nvPr>
        </p:nvGraphicFramePr>
        <p:xfrm>
          <a:off x="6230938" y="1905000"/>
          <a:ext cx="4419600" cy="2057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SmartArt</a:t>
            </a:r>
          </a:p>
        </p:txBody>
      </p:sp>
      <p:graphicFrame>
        <p:nvGraphicFramePr>
          <p:cNvPr id="3" name="Content Placeholder 2" descr="Alternating Flow diagram showing 3 groups arranged from left to right with a title and bullet points in each group and a curved arrow showing the flow from one group to the nex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408119"/>
              </p:ext>
            </p:extLst>
          </p:nvPr>
        </p:nvGraphicFramePr>
        <p:xfrm>
          <a:off x="1524002" y="1905000"/>
          <a:ext cx="9134475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icture Placeholder 1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03C5CF44-0C62-41B4-B3EA-416B4807878A}" vid="{EC3ACB92-700E-4167-B3A6-412DE40A64C2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purl.org/dc/terms/"/>
    <ds:schemaRef ds:uri="4873beb7-5857-4685-be1f-d57550cc96cc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2465</TotalTime>
  <Words>817</Words>
  <Application>Microsoft Office PowerPoint</Application>
  <PresentationFormat>Widescreen</PresentationFormat>
  <Paragraphs>183</Paragraphs>
  <Slides>54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Arial Narrow</vt:lpstr>
      <vt:lpstr>Corbel</vt:lpstr>
      <vt:lpstr>Digital Blue Tunnel 16x9</vt:lpstr>
      <vt:lpstr>Async, Await, Oh… Wait!</vt:lpstr>
      <vt:lpstr>“Use Case Driven”,  but also…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Let’s start with A question…</vt:lpstr>
      <vt:lpstr>Was IT your first answer?</vt:lpstr>
      <vt:lpstr>Back to Basics</vt:lpstr>
      <vt:lpstr>Back to Basics: WHY ASYNC</vt:lpstr>
      <vt:lpstr>Like me, You don’t like Waste?</vt:lpstr>
      <vt:lpstr>A simple rule to avoid waste of CPU</vt:lpstr>
      <vt:lpstr>Concurrent, Parallel, Asynchronous…</vt:lpstr>
      <vt:lpstr>synchronous</vt:lpstr>
      <vt:lpstr>PowerPoint Presentation</vt:lpstr>
      <vt:lpstr>Concurrency</vt:lpstr>
      <vt:lpstr>Task Parallel Library reminder (TPL)</vt:lpstr>
      <vt:lpstr>Not that simple…</vt:lpstr>
      <vt:lpstr>Deadlocks</vt:lpstr>
      <vt:lpstr>Deadlock Meme</vt:lpstr>
      <vt:lpstr>Deadlock Meme</vt:lpstr>
      <vt:lpstr>Deadlock Meme</vt:lpstr>
      <vt:lpstr>Appendix</vt:lpstr>
      <vt:lpstr>Async method GC impact</vt:lpstr>
      <vt:lpstr>Few refs</vt:lpstr>
      <vt:lpstr>Title and Content Layout with Chart</vt:lpstr>
      <vt:lpstr>Two Content Layout with Table</vt:lpstr>
      <vt:lpstr>Title and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Thomas PIERRAIN</dc:creator>
  <cp:lastModifiedBy>Thomas PIERRAIN</cp:lastModifiedBy>
  <cp:revision>180</cp:revision>
  <dcterms:created xsi:type="dcterms:W3CDTF">2016-11-25T15:39:36Z</dcterms:created>
  <dcterms:modified xsi:type="dcterms:W3CDTF">2016-12-06T11:01:25Z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